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00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486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37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Инструментальное средство разработки ПО: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A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функций, снимки экрана и определение места инструмента в жизненном цикле разработки ПО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02920" cy="73152"/>
          </a:xfrm>
          <a:prstGeom prst="rect">
            <a:avLst/>
          </a:prstGeom>
          <a:solidFill>
            <a:srgbClr val="007AC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 ИНСТРУМЕНТЕ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 сведения о Visual Studio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— бесплатный кроссплатформенный редактор исходного кода, разработанный компанией Microsoft и впервые выпущенный в 2015 году. Построен на платформе Electron, исходный код опубликован на GitHub под лицензией MIT.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447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Разработчик:  </a:t>
            </a: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04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выпуска:  </a:t>
            </a: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61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Лицензия:  </a:t>
            </a: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(открытый исходный код)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946904"/>
            <a:ext cx="109728" cy="109728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18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Стоимость:  </a:t>
            </a: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554480"/>
            <a:ext cx="4846320" cy="4343400"/>
          </a:xfrm>
          <a:prstGeom prst="roundRect">
            <a:avLst>
              <a:gd name="adj" fmla="val 2105"/>
            </a:avLst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7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И УСТРОЙСТВА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228600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3408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86600" y="290779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962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86600" y="352958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3584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86600" y="415137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4206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Веб-версия (vscode.dev)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86600" y="491032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Устройства: настольные компьютеры и ноутбуки (десктопное приложение); частично — планшеты и любые устройства с браузером через веб-версию.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 1  •  Инструментальные средства разработки ПО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Поддерживаемые функции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 синтаксиса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70 языков программирования «из коробки»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IntelliSense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395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Умное автодополнение кода и подсказки по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Отладчик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395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отладка с точками останова и стеком вызовов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38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Git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изменений, коммиты, ветки без консоли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6616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538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терминал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Полноценная командная строка внутри редактора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566160"/>
            <a:ext cx="457200" cy="457200"/>
          </a:xfrm>
          <a:prstGeom prst="ellipse">
            <a:avLst/>
          </a:prstGeom>
          <a:solidFill>
            <a:srgbClr val="007ACC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538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Расширения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408736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с десятками тысяч плагинов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7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интерфейс редактора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5029200"/>
          </a:xfrm>
          <a:prstGeom prst="roundRect">
            <a:avLst>
              <a:gd name="adj" fmla="val 909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91672" cy="2926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3258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3258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34440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my-project — Visual Studio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457200" cy="4736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9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15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216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1527048"/>
            <a:ext cx="1828800" cy="473659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1636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ОБОЗРЕВАТЕЛЬ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19110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node_modules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532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src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28254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9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118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3995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1527048"/>
            <a:ext cx="8805672" cy="31089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527048"/>
            <a:ext cx="1188720" cy="31089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6"/>
          <p:cNvSpPr/>
          <p:nvPr/>
        </p:nvSpPr>
        <p:spPr>
          <a:xfrm>
            <a:off x="2971800" y="15270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069080" y="15270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0" y="198424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37560" y="1984248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9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sumArray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(items) {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0" y="22768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2276856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9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926080" y="25694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2569464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(const item of items) {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926080" y="28620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2862072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item;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26080" y="31546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3154680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926080" y="34472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447288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total;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926080" y="373989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3739896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926080" y="403250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37560" y="4032504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926080" y="432511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7560" y="4325112"/>
            <a:ext cx="7891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.log(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sumArray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([1, 2, 3]));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834640" y="4983480"/>
            <a:ext cx="8805672" cy="1280160"/>
          </a:xfrm>
          <a:prstGeom prst="rect">
            <a:avLst/>
          </a:prstGeom>
          <a:solidFill>
            <a:srgbClr val="1A1A1A"/>
          </a:solidFill>
          <a:ln w="6350">
            <a:solidFill>
              <a:srgbClr val="3C3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0383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971800" y="530352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app.js
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6007608"/>
            <a:ext cx="11091672" cy="256032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6007608"/>
            <a:ext cx="10817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⎇ main     UTF-8     JavaScript     Ln 9, Col 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7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Маркетплейс расширений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5029200"/>
          </a:xfrm>
          <a:prstGeom prst="roundRect">
            <a:avLst>
              <a:gd name="adj" fmla="val 909"/>
            </a:avLst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1091672" cy="2926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3258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3258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234440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Marketplace — Visual Studio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37360"/>
            <a:ext cx="10360152" cy="4572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73736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Extensions in Marketplace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10360152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55117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83080" y="2862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Языковая поддержка, отладка и Jupyter для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85832" y="267919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07A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85832" y="26791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383280"/>
            <a:ext cx="10360152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3566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B32C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5112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 </a:t>
            </a: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83080" y="3822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Статический анализ и подсветка ошибок в JS/TS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85832" y="363931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07AC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85832" y="36393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4343400"/>
            <a:ext cx="10360152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4526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83080" y="447141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GitLens  </a:t>
            </a: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GitKraken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783080" y="4782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Расширенная визуализация истории Git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085832" y="459943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07AC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5832" y="4599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5303520"/>
            <a:ext cx="10360152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5486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7B93E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83080" y="543153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 </a:t>
            </a: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783080" y="57424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форматирование кода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85832" y="555955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07ACC"/>
          </a:solidFill>
          <a:ln/>
        </p:spPr>
      </p:sp>
      <p:sp>
        <p:nvSpPr>
          <p:cNvPr id="39" name="Text 37"/>
          <p:cNvSpPr/>
          <p:nvPr/>
        </p:nvSpPr>
        <p:spPr>
          <a:xfrm>
            <a:off x="10085832" y="5559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инструмента в жизненном цикле разработки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FEFE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требований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87752" y="19202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88920" y="19202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FEFEF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9202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07AC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(кодирование)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8312" y="19202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9480" y="19202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FEFE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08592" y="19202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09760" y="19202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EF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и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F3F3F3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относится преимущественно к этапу «Реализация (кодирование)» жизненного цикла разработки ПО: в нём непосредственно пишется, редактируется и структурируется исходный код. Благодаря встроенному отладчику и терминалу инструмент также активно применяется на этапе «Тестирование», а за счёт интеграции с Git — частично на этапе «Сопровождение», при внесении исправлений и доработок в уже работающий продукт.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Ответы на контрольные вопросы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 какому этапу ЖЦ ПО относится рассматриваемое ИС?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(кодирование); частично — тестирование и сопровождение.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5117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24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Для какой ОС предназначено?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9626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Linux; также доступна веб-версия vscode.dev.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7530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Для каких устройств используется?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Настольные компьютеры и ноутбуки; веб-версия работает в любом браузере.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5312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Кто разработчик?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Microsoft; первый релиз — 2015 год.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0410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7725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Свободный или коммерческий продукт?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8155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6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Свободный: исходный код открыт под лицензией MIT, использование бесплатно.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32918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7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503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— современное, бесплатное и кроссплатформенное инструментальное средство разработки ПО, охватывающее этапы кодирования, отладки и частично сопровождения. Открытая экосистема расширений делает его универсальным инструментом практически для любого языка программирования и стека технологий.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502920" cy="73152"/>
          </a:xfrm>
          <a:prstGeom prst="rect">
            <a:avLst/>
          </a:prstGeom>
          <a:solidFill>
            <a:srgbClr val="007A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613</Words>
  <Application>Microsoft Office PowerPoint</Application>
  <PresentationFormat>Широкоэкранный</PresentationFormat>
  <Paragraphs>142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Хмыров Сергей</cp:lastModifiedBy>
  <cp:revision>4</cp:revision>
  <dcterms:created xsi:type="dcterms:W3CDTF">2026-09-08T20:22:59Z</dcterms:created>
  <dcterms:modified xsi:type="dcterms:W3CDTF">2026-09-08T21:03:20Z</dcterms:modified>
</cp:coreProperties>
</file>